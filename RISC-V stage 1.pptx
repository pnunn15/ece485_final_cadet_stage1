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162800" cy="9448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200" d="100"/>
          <a:sy n="200" d="100"/>
        </p:scale>
        <p:origin x="960" y="-20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3299-5041-75C6-017B-30BC5A770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5B8DF-234E-2565-8A74-EC4222DD8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057E2-614B-D8D3-DAFD-EB72441E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690C6-9279-0175-F287-5CC57F0F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997C7-E9F4-F1AF-9589-55C8A58F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1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C697-D311-D3F4-746D-9512D58A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9517B-7E5A-43C5-AFA7-CA8FAD4DD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51C59-7FDA-699E-57AD-CD4F8B7B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33E41-82A1-9D05-F8BB-7CBEB4AE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5BC14-12CB-B85A-903B-B6B3E5C7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1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BDC1-63DB-A261-8B23-4DB5378B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65E3A-3EBC-4A5E-B2B6-C98ADB887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6D6BF-0ABC-0A1E-2556-6181195E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CF61C-418D-55F8-1B7C-FE7BEF28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E840A-E96E-07C4-96F6-A07EDA8D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5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E5CC-0588-6BDA-D14C-7841AE21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9EAD0-6884-D842-3703-5940E1F30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165D7-E4D0-6E62-7410-8DD685ED1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37052-AB9E-16C3-06EB-11FD3663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E6E59-D0C1-59C6-AECF-05F568FA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E6FBB-64A9-ACBE-39EC-C8D5F230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1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D773-A9B5-CAE2-7A49-D74CDCCD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D8187-78C8-5A5F-AA62-B2B18968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4D96B-C717-D46C-BA87-BE57D3E58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135A0-3376-3CEC-BE24-0142BE8DB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3AC10-421B-C35A-B933-38881A6F5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37917C-0CC4-4F40-CED8-E47FEAF9F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DFAFCF-F24B-F467-EE20-6295A7E0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7A846-92AC-6BF7-0A06-104B81E3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0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F6E-DCF2-8CBC-0A12-19FBFECE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BD701-32A0-96D1-647C-B494D928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753AA-0B6F-1296-7C13-668735B2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892D3-3E5D-4D55-9820-26F14655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43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79F85-5DE8-E547-90AD-EA619EAF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E778A-56AF-B474-3FA7-E1C69EC0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F13C4-15EC-1F25-AA88-0E7F792C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3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C723-D383-8BBE-4335-E9AC5A8A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8FEE8-EA2C-0896-1608-DD49A5F88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10344-FE72-8D2C-2A7A-98D16F422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F8B27-B0FB-3AC9-EE50-116F5890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BE820-C4D0-A9B9-3984-64D0AEFD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FF1BD-E095-E09D-35E0-8B5632EE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9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EAEC-5F14-6769-2CA4-40366A78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C298D-F147-E7D7-A1EB-D18A0AE66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60A7D-1C77-2BB1-E9DF-A6BFBADA0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0A765-EAFF-C2C5-315F-08EA8198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76CCC-11A5-2B7F-114C-9486DDFA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6D6A-8D27-FCE0-0A3F-E85DD5B5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4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2B3E-D736-AF83-EE9F-13F94B5C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FD6A-15AB-A3D9-68C9-10A1DA0FE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1C672-7AE0-6E8E-C3A7-6298D90D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8457A-275A-9FF2-74DF-D9ECDF2D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0FC87-DE10-893D-ED45-023BD9C8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3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2E4A7-F30E-A229-C8B2-EFAA9BEB1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79462-7BAC-5207-FD65-DA6583A52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860B-1B0A-B930-D2DD-993523E7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FC0B7-78D5-E67F-FC88-5D255F2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F8B40-7A68-DFDB-BD83-6B27D6BB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0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CEFFF-13F7-262B-B970-735F2F0D4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4BEF5-8A79-A960-F86F-B92A2C4A2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2C7EF-1281-E6F3-8101-E7427E5E5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FF834-1BEC-4F95-9622-28B5DCC1FE1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DAC2B-E565-9204-1CEB-303278FA4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88FD1-1743-4E35-DD86-376C42FB3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9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55267A-D19E-887C-DE49-0FCC56FF700B}"/>
              </a:ext>
            </a:extLst>
          </p:cNvPr>
          <p:cNvSpPr txBox="1"/>
          <p:nvPr/>
        </p:nvSpPr>
        <p:spPr>
          <a:xfrm>
            <a:off x="3977662" y="233086"/>
            <a:ext cx="505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Stage 1. RISC-V 5-cycle Multicycle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24797-49E0-B67E-FC03-3154A41834EF}"/>
              </a:ext>
            </a:extLst>
          </p:cNvPr>
          <p:cNvSpPr txBox="1"/>
          <p:nvPr/>
        </p:nvSpPr>
        <p:spPr>
          <a:xfrm>
            <a:off x="389615" y="591970"/>
            <a:ext cx="1556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Instruction Fetch (IF)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02132D-A974-B4EB-7900-F8BED8A09AB0}"/>
              </a:ext>
            </a:extLst>
          </p:cNvPr>
          <p:cNvSpPr txBox="1"/>
          <p:nvPr/>
        </p:nvSpPr>
        <p:spPr>
          <a:xfrm>
            <a:off x="3072930" y="623773"/>
            <a:ext cx="1814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Instruction Decode (ID) /</a:t>
            </a:r>
          </a:p>
          <a:p>
            <a:pPr algn="ctr"/>
            <a:r>
              <a:rPr lang="en-US" sz="1200" dirty="0"/>
              <a:t>Register Fetch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2FF47-5A2B-0305-FCBA-6E39C9831663}"/>
              </a:ext>
            </a:extLst>
          </p:cNvPr>
          <p:cNvSpPr txBox="1"/>
          <p:nvPr/>
        </p:nvSpPr>
        <p:spPr>
          <a:xfrm>
            <a:off x="5804838" y="607871"/>
            <a:ext cx="1090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Execute (EX) /</a:t>
            </a:r>
          </a:p>
          <a:p>
            <a:pPr algn="ctr"/>
            <a:r>
              <a:rPr lang="en-US" sz="1200" dirty="0"/>
              <a:t>Address Calc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752A1-6D5B-3A06-E499-B8A91491317E}"/>
              </a:ext>
            </a:extLst>
          </p:cNvPr>
          <p:cNvSpPr txBox="1"/>
          <p:nvPr/>
        </p:nvSpPr>
        <p:spPr>
          <a:xfrm>
            <a:off x="7813021" y="591969"/>
            <a:ext cx="1693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Memory Access (MEM)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0E26C-B122-EBF8-1BAE-F14C52F6765D}"/>
              </a:ext>
            </a:extLst>
          </p:cNvPr>
          <p:cNvSpPr txBox="1"/>
          <p:nvPr/>
        </p:nvSpPr>
        <p:spPr>
          <a:xfrm>
            <a:off x="10341685" y="591969"/>
            <a:ext cx="1255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Write Back (WB)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BA6833-C633-E5C9-7E4C-C120C994AEAE}"/>
              </a:ext>
            </a:extLst>
          </p:cNvPr>
          <p:cNvCxnSpPr>
            <a:cxnSpLocks/>
          </p:cNvCxnSpPr>
          <p:nvPr/>
        </p:nvCxnSpPr>
        <p:spPr>
          <a:xfrm flipH="1">
            <a:off x="2495383" y="993913"/>
            <a:ext cx="1327" cy="3053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C90484-36CB-4907-076A-02E3D3D32D1E}"/>
              </a:ext>
            </a:extLst>
          </p:cNvPr>
          <p:cNvCxnSpPr/>
          <p:nvPr/>
        </p:nvCxnSpPr>
        <p:spPr>
          <a:xfrm>
            <a:off x="5364030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60DFE6-5315-9AC9-190B-7C588133F608}"/>
              </a:ext>
            </a:extLst>
          </p:cNvPr>
          <p:cNvCxnSpPr/>
          <p:nvPr/>
        </p:nvCxnSpPr>
        <p:spPr>
          <a:xfrm>
            <a:off x="741907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519404-0CCB-B1DC-032D-7F61334BD5A1}"/>
              </a:ext>
            </a:extLst>
          </p:cNvPr>
          <p:cNvCxnSpPr/>
          <p:nvPr/>
        </p:nvCxnSpPr>
        <p:spPr>
          <a:xfrm>
            <a:off x="992660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7F1C8A5-1E03-D3EE-A0CD-31E6BF30CE41}"/>
              </a:ext>
            </a:extLst>
          </p:cNvPr>
          <p:cNvSpPr/>
          <p:nvPr/>
        </p:nvSpPr>
        <p:spPr>
          <a:xfrm>
            <a:off x="156248" y="2169306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D1EBFC-D10E-E8FA-702E-C2055631644E}"/>
              </a:ext>
            </a:extLst>
          </p:cNvPr>
          <p:cNvSpPr txBox="1"/>
          <p:nvPr/>
        </p:nvSpPr>
        <p:spPr>
          <a:xfrm>
            <a:off x="143871" y="2445713"/>
            <a:ext cx="3465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PC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2E83A9E-00CB-A2F8-9F98-DB66FE846D2B}"/>
              </a:ext>
            </a:extLst>
          </p:cNvPr>
          <p:cNvGrpSpPr/>
          <p:nvPr/>
        </p:nvGrpSpPr>
        <p:grpSpPr>
          <a:xfrm>
            <a:off x="1216534" y="1593543"/>
            <a:ext cx="292770" cy="637674"/>
            <a:chOff x="1074820" y="1507958"/>
            <a:chExt cx="292770" cy="63767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A9A5B-CB84-2EB0-E546-86EC440B72D5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E5C77C1-9CF9-1E16-50F7-97165BEA36DD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4B8CDA6-2762-C4F5-462F-1DFB1F8AD3FF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02FE24B-5DF0-F485-4D3C-1274E5165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95975B7-C231-726E-F036-03E868A2B0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8EF4851-5EED-A8DF-0BFA-2D36255F2F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DE1BB0F-7F44-AAB3-DDC6-D559EF8CF86E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9779250-CCA9-E70F-BB44-4BF6A6DFE9DB}"/>
              </a:ext>
            </a:extLst>
          </p:cNvPr>
          <p:cNvSpPr/>
          <p:nvPr/>
        </p:nvSpPr>
        <p:spPr>
          <a:xfrm>
            <a:off x="993600" y="2434882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71C18F-2509-EE4D-4CCF-671D6132B81A}"/>
              </a:ext>
            </a:extLst>
          </p:cNvPr>
          <p:cNvSpPr txBox="1"/>
          <p:nvPr/>
        </p:nvSpPr>
        <p:spPr>
          <a:xfrm>
            <a:off x="938494" y="2649457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Instruction</a:t>
            </a:r>
          </a:p>
          <a:p>
            <a:pPr algn="ctr"/>
            <a:r>
              <a:rPr lang="en-US" sz="1000" dirty="0"/>
              <a:t>Memory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2F0744-F252-2E57-E70D-46D638EDC959}"/>
              </a:ext>
            </a:extLst>
          </p:cNvPr>
          <p:cNvSpPr/>
          <p:nvPr/>
        </p:nvSpPr>
        <p:spPr>
          <a:xfrm>
            <a:off x="1833297" y="243488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E3533-5E8E-745F-D8F5-A23CE9ABD26D}"/>
              </a:ext>
            </a:extLst>
          </p:cNvPr>
          <p:cNvSpPr txBox="1"/>
          <p:nvPr/>
        </p:nvSpPr>
        <p:spPr>
          <a:xfrm>
            <a:off x="1841005" y="2744225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E2B66EC-2BE1-E44E-7373-F40AC05C62C6}"/>
              </a:ext>
            </a:extLst>
          </p:cNvPr>
          <p:cNvSpPr/>
          <p:nvPr/>
        </p:nvSpPr>
        <p:spPr>
          <a:xfrm>
            <a:off x="1845675" y="147677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1A2BC1-FBC0-F6F1-4CF7-DA1BFBA2B724}"/>
              </a:ext>
            </a:extLst>
          </p:cNvPr>
          <p:cNvSpPr txBox="1"/>
          <p:nvPr/>
        </p:nvSpPr>
        <p:spPr>
          <a:xfrm>
            <a:off x="1778799" y="1796717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NPC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985C22F-9117-9276-318F-953E57303C7F}"/>
              </a:ext>
            </a:extLst>
          </p:cNvPr>
          <p:cNvCxnSpPr/>
          <p:nvPr/>
        </p:nvCxnSpPr>
        <p:spPr>
          <a:xfrm>
            <a:off x="1038726" y="2124938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EFB51DF-C201-E15E-5AC3-33F19BCD98C8}"/>
              </a:ext>
            </a:extLst>
          </p:cNvPr>
          <p:cNvSpPr txBox="1"/>
          <p:nvPr/>
        </p:nvSpPr>
        <p:spPr>
          <a:xfrm>
            <a:off x="835816" y="1998958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4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0DC1730-2DC8-EE14-BF4C-B0BDADDC0FF1}"/>
              </a:ext>
            </a:extLst>
          </p:cNvPr>
          <p:cNvCxnSpPr/>
          <p:nvPr/>
        </p:nvCxnSpPr>
        <p:spPr>
          <a:xfrm>
            <a:off x="1038726" y="169982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9943FA-4B6F-768D-06C0-4089702D09F7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1508373" y="1909227"/>
            <a:ext cx="337302" cy="1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2E7DC4-844A-C5EA-DE17-84B5DF7297B8}"/>
              </a:ext>
            </a:extLst>
          </p:cNvPr>
          <p:cNvCxnSpPr/>
          <p:nvPr/>
        </p:nvCxnSpPr>
        <p:spPr>
          <a:xfrm>
            <a:off x="1663197" y="286669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242732E-8C7A-B59A-A71F-EE6E1C3473D7}"/>
              </a:ext>
            </a:extLst>
          </p:cNvPr>
          <p:cNvCxnSpPr>
            <a:cxnSpLocks/>
          </p:cNvCxnSpPr>
          <p:nvPr/>
        </p:nvCxnSpPr>
        <p:spPr>
          <a:xfrm>
            <a:off x="791700" y="1699822"/>
            <a:ext cx="0" cy="7458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8974812-60ED-4172-D124-4A8113D87693}"/>
              </a:ext>
            </a:extLst>
          </p:cNvPr>
          <p:cNvCxnSpPr/>
          <p:nvPr/>
        </p:nvCxnSpPr>
        <p:spPr>
          <a:xfrm flipH="1">
            <a:off x="790074" y="1699822"/>
            <a:ext cx="248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051380C-7AC3-E614-919E-D239B7148F90}"/>
              </a:ext>
            </a:extLst>
          </p:cNvPr>
          <p:cNvCxnSpPr>
            <a:cxnSpLocks/>
          </p:cNvCxnSpPr>
          <p:nvPr/>
        </p:nvCxnSpPr>
        <p:spPr>
          <a:xfrm>
            <a:off x="40920" y="2717971"/>
            <a:ext cx="127351" cy="38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43D81353-E0D4-11A6-8251-372780A9E3C4}"/>
              </a:ext>
            </a:extLst>
          </p:cNvPr>
          <p:cNvSpPr/>
          <p:nvPr/>
        </p:nvSpPr>
        <p:spPr>
          <a:xfrm>
            <a:off x="1885719" y="4047113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8D0138-4B77-FFA4-8FF2-FD84E92B36C9}"/>
              </a:ext>
            </a:extLst>
          </p:cNvPr>
          <p:cNvSpPr txBox="1"/>
          <p:nvPr/>
        </p:nvSpPr>
        <p:spPr>
          <a:xfrm>
            <a:off x="1923589" y="4261688"/>
            <a:ext cx="603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Control</a:t>
            </a:r>
          </a:p>
          <a:p>
            <a:pPr algn="ctr"/>
            <a:r>
              <a:rPr lang="en-US" sz="1000" dirty="0"/>
              <a:t>Unit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935241F-0C11-48EF-D642-426AC51B513F}"/>
              </a:ext>
            </a:extLst>
          </p:cNvPr>
          <p:cNvSpPr/>
          <p:nvPr/>
        </p:nvSpPr>
        <p:spPr>
          <a:xfrm>
            <a:off x="445883" y="4315116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3F1802F-BAB3-6E97-9130-2BCE1AE0A5DC}"/>
              </a:ext>
            </a:extLst>
          </p:cNvPr>
          <p:cNvSpPr txBox="1"/>
          <p:nvPr/>
        </p:nvSpPr>
        <p:spPr>
          <a:xfrm>
            <a:off x="399489" y="4649279"/>
            <a:ext cx="4251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FSM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0E5928D-8B59-DB64-4689-8B8A1D94A22C}"/>
              </a:ext>
            </a:extLst>
          </p:cNvPr>
          <p:cNvSpPr/>
          <p:nvPr/>
        </p:nvSpPr>
        <p:spPr>
          <a:xfrm>
            <a:off x="2803315" y="4965524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7C1290-2996-9401-3AC2-06CF5A8F9D57}"/>
              </a:ext>
            </a:extLst>
          </p:cNvPr>
          <p:cNvSpPr txBox="1"/>
          <p:nvPr/>
        </p:nvSpPr>
        <p:spPr>
          <a:xfrm>
            <a:off x="2725416" y="5143452"/>
            <a:ext cx="45878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  <a:p>
            <a:pPr algn="ctr"/>
            <a:r>
              <a:rPr lang="en-US" sz="900" dirty="0"/>
              <a:t>CNTL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2D0DCE7-42C6-8F85-8B9C-A00EF9724EBB}"/>
              </a:ext>
            </a:extLst>
          </p:cNvPr>
          <p:cNvCxnSpPr/>
          <p:nvPr/>
        </p:nvCxnSpPr>
        <p:spPr>
          <a:xfrm>
            <a:off x="1713592" y="4519030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37693FA-7149-8EC0-7762-41736045A7FE}"/>
              </a:ext>
            </a:extLst>
          </p:cNvPr>
          <p:cNvCxnSpPr>
            <a:cxnSpLocks/>
          </p:cNvCxnSpPr>
          <p:nvPr/>
        </p:nvCxnSpPr>
        <p:spPr>
          <a:xfrm>
            <a:off x="748865" y="4746927"/>
            <a:ext cx="325513" cy="6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458AD97-7803-3315-AF03-8F40DF1BD335}"/>
              </a:ext>
            </a:extLst>
          </p:cNvPr>
          <p:cNvCxnSpPr/>
          <p:nvPr/>
        </p:nvCxnSpPr>
        <p:spPr>
          <a:xfrm>
            <a:off x="3106297" y="5377092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F2F3C86-53F2-D75C-D209-C94C59ADC93E}"/>
              </a:ext>
            </a:extLst>
          </p:cNvPr>
          <p:cNvCxnSpPr>
            <a:cxnSpLocks/>
          </p:cNvCxnSpPr>
          <p:nvPr/>
        </p:nvCxnSpPr>
        <p:spPr>
          <a:xfrm>
            <a:off x="2573441" y="5254830"/>
            <a:ext cx="229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5DE6B25-B7FD-82FD-51BE-1AB615A6B635}"/>
              </a:ext>
            </a:extLst>
          </p:cNvPr>
          <p:cNvCxnSpPr>
            <a:stCxn id="43" idx="3"/>
          </p:cNvCxnSpPr>
          <p:nvPr/>
        </p:nvCxnSpPr>
        <p:spPr>
          <a:xfrm flipV="1">
            <a:off x="2136279" y="2866694"/>
            <a:ext cx="149721" cy="6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57589EA-2600-0EE7-5D7E-FFA354A03D39}"/>
              </a:ext>
            </a:extLst>
          </p:cNvPr>
          <p:cNvCxnSpPr>
            <a:cxnSpLocks/>
          </p:cNvCxnSpPr>
          <p:nvPr/>
        </p:nvCxnSpPr>
        <p:spPr>
          <a:xfrm>
            <a:off x="1713592" y="3685674"/>
            <a:ext cx="0" cy="206772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5633958-DAF6-D732-2373-3901093A51FA}"/>
              </a:ext>
            </a:extLst>
          </p:cNvPr>
          <p:cNvCxnSpPr/>
          <p:nvPr/>
        </p:nvCxnSpPr>
        <p:spPr>
          <a:xfrm>
            <a:off x="1713592" y="3677653"/>
            <a:ext cx="57240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B6F7810-982D-2B77-AC93-0E1947AF6544}"/>
              </a:ext>
            </a:extLst>
          </p:cNvPr>
          <p:cNvCxnSpPr>
            <a:cxnSpLocks/>
          </p:cNvCxnSpPr>
          <p:nvPr/>
        </p:nvCxnSpPr>
        <p:spPr>
          <a:xfrm>
            <a:off x="2286000" y="2445713"/>
            <a:ext cx="0" cy="123996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54A266D-F4C6-7070-9203-F459E46AE102}"/>
              </a:ext>
            </a:extLst>
          </p:cNvPr>
          <p:cNvCxnSpPr>
            <a:cxnSpLocks/>
          </p:cNvCxnSpPr>
          <p:nvPr/>
        </p:nvCxnSpPr>
        <p:spPr>
          <a:xfrm>
            <a:off x="2572114" y="4519030"/>
            <a:ext cx="47582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E5E3C8FC-BB27-8EAD-AA8B-33B131880EBA}"/>
              </a:ext>
            </a:extLst>
          </p:cNvPr>
          <p:cNvSpPr/>
          <p:nvPr/>
        </p:nvSpPr>
        <p:spPr>
          <a:xfrm>
            <a:off x="3395182" y="2230495"/>
            <a:ext cx="865785" cy="1243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333EE89-68AF-712F-BEF3-4270A403DD6C}"/>
              </a:ext>
            </a:extLst>
          </p:cNvPr>
          <p:cNvSpPr txBox="1"/>
          <p:nvPr/>
        </p:nvSpPr>
        <p:spPr>
          <a:xfrm>
            <a:off x="3487888" y="2199492"/>
            <a:ext cx="699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Registers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1AE12B1-7545-1454-6C3C-AB92CE68BA32}"/>
              </a:ext>
            </a:extLst>
          </p:cNvPr>
          <p:cNvSpPr txBox="1"/>
          <p:nvPr/>
        </p:nvSpPr>
        <p:spPr>
          <a:xfrm>
            <a:off x="3337743" y="2425065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D30ED51-6ECC-1E79-E116-A0B4491B4CEE}"/>
              </a:ext>
            </a:extLst>
          </p:cNvPr>
          <p:cNvSpPr txBox="1"/>
          <p:nvPr/>
        </p:nvSpPr>
        <p:spPr>
          <a:xfrm>
            <a:off x="3330036" y="2638129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D272481-4C37-B8F1-EC3A-AFDE741A0241}"/>
              </a:ext>
            </a:extLst>
          </p:cNvPr>
          <p:cNvSpPr txBox="1"/>
          <p:nvPr/>
        </p:nvSpPr>
        <p:spPr>
          <a:xfrm>
            <a:off x="3344357" y="2856477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561CD7D-9C78-AF40-DA46-A961D099BBAC}"/>
              </a:ext>
            </a:extLst>
          </p:cNvPr>
          <p:cNvSpPr txBox="1"/>
          <p:nvPr/>
        </p:nvSpPr>
        <p:spPr>
          <a:xfrm>
            <a:off x="3333331" y="3078570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B7A2420-3BF4-06F5-C94F-24FA12BE23C4}"/>
              </a:ext>
            </a:extLst>
          </p:cNvPr>
          <p:cNvSpPr txBox="1"/>
          <p:nvPr/>
        </p:nvSpPr>
        <p:spPr>
          <a:xfrm>
            <a:off x="3843596" y="260255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3E35CA-0236-A05F-53D0-1E8A84D64527}"/>
              </a:ext>
            </a:extLst>
          </p:cNvPr>
          <p:cNvSpPr txBox="1"/>
          <p:nvPr/>
        </p:nvSpPr>
        <p:spPr>
          <a:xfrm>
            <a:off x="3836982" y="286521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4430F1D-2781-5846-8B40-4AA2EF16F7DF}"/>
              </a:ext>
            </a:extLst>
          </p:cNvPr>
          <p:cNvCxnSpPr>
            <a:cxnSpLocks/>
          </p:cNvCxnSpPr>
          <p:nvPr/>
        </p:nvCxnSpPr>
        <p:spPr>
          <a:xfrm flipV="1">
            <a:off x="4258959" y="2971893"/>
            <a:ext cx="1433720" cy="8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BF0F484-4DF4-2533-8B03-F090046F1463}"/>
              </a:ext>
            </a:extLst>
          </p:cNvPr>
          <p:cNvCxnSpPr>
            <a:cxnSpLocks/>
          </p:cNvCxnSpPr>
          <p:nvPr/>
        </p:nvCxnSpPr>
        <p:spPr>
          <a:xfrm flipV="1">
            <a:off x="2286000" y="2540481"/>
            <a:ext cx="1108177" cy="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773D457-1D45-45DC-597B-F39E1DA08775}"/>
              </a:ext>
            </a:extLst>
          </p:cNvPr>
          <p:cNvCxnSpPr>
            <a:cxnSpLocks/>
          </p:cNvCxnSpPr>
          <p:nvPr/>
        </p:nvCxnSpPr>
        <p:spPr>
          <a:xfrm>
            <a:off x="2286000" y="2753545"/>
            <a:ext cx="1101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7B65014-ADFF-C974-2427-EBBA0A442924}"/>
              </a:ext>
            </a:extLst>
          </p:cNvPr>
          <p:cNvCxnSpPr>
            <a:cxnSpLocks/>
          </p:cNvCxnSpPr>
          <p:nvPr/>
        </p:nvCxnSpPr>
        <p:spPr>
          <a:xfrm>
            <a:off x="2286000" y="2971893"/>
            <a:ext cx="1102156" cy="2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A9A0FA7-729C-BA90-755B-B07A92FEFF53}"/>
              </a:ext>
            </a:extLst>
          </p:cNvPr>
          <p:cNvSpPr txBox="1"/>
          <p:nvPr/>
        </p:nvSpPr>
        <p:spPr>
          <a:xfrm>
            <a:off x="3337743" y="3251607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reg_write</a:t>
            </a:r>
            <a:endParaRPr lang="en-US" sz="9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377C039-2182-654F-6A35-40B8C3B82901}"/>
              </a:ext>
            </a:extLst>
          </p:cNvPr>
          <p:cNvCxnSpPr>
            <a:cxnSpLocks/>
          </p:cNvCxnSpPr>
          <p:nvPr/>
        </p:nvCxnSpPr>
        <p:spPr>
          <a:xfrm>
            <a:off x="3072930" y="3193986"/>
            <a:ext cx="314709" cy="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6194351-1F6F-6ECD-551A-2B077972FE1F}"/>
              </a:ext>
            </a:extLst>
          </p:cNvPr>
          <p:cNvCxnSpPr>
            <a:cxnSpLocks/>
          </p:cNvCxnSpPr>
          <p:nvPr/>
        </p:nvCxnSpPr>
        <p:spPr>
          <a:xfrm flipV="1">
            <a:off x="2973787" y="3400264"/>
            <a:ext cx="420390" cy="407183"/>
          </a:xfrm>
          <a:prstGeom prst="bentConnector3">
            <a:avLst>
              <a:gd name="adj1" fmla="val -4818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6640488-7F74-ACFA-C3D7-F537C70A09BF}"/>
              </a:ext>
            </a:extLst>
          </p:cNvPr>
          <p:cNvSpPr/>
          <p:nvPr/>
        </p:nvSpPr>
        <p:spPr>
          <a:xfrm>
            <a:off x="1894652" y="5117831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EFE176C-F8AC-D0A4-16C8-9E5D45E76EEA}"/>
              </a:ext>
            </a:extLst>
          </p:cNvPr>
          <p:cNvSpPr txBox="1"/>
          <p:nvPr/>
        </p:nvSpPr>
        <p:spPr>
          <a:xfrm>
            <a:off x="1952971" y="5137718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funct3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6E242FA-A035-C849-18B8-46769A45A7CC}"/>
              </a:ext>
            </a:extLst>
          </p:cNvPr>
          <p:cNvCxnSpPr/>
          <p:nvPr/>
        </p:nvCxnSpPr>
        <p:spPr>
          <a:xfrm>
            <a:off x="1716844" y="525605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072AB9E-03D5-1BB6-662D-CF697E282081}"/>
              </a:ext>
            </a:extLst>
          </p:cNvPr>
          <p:cNvCxnSpPr>
            <a:cxnSpLocks/>
          </p:cNvCxnSpPr>
          <p:nvPr/>
        </p:nvCxnSpPr>
        <p:spPr>
          <a:xfrm>
            <a:off x="2572114" y="5624289"/>
            <a:ext cx="231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CBBC265-9F36-86B1-82C4-3FDAB7F4F15B}"/>
              </a:ext>
            </a:extLst>
          </p:cNvPr>
          <p:cNvSpPr/>
          <p:nvPr/>
        </p:nvSpPr>
        <p:spPr>
          <a:xfrm>
            <a:off x="1893325" y="5487290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FF6F2F-B91C-1D7F-98CB-28D8B2F4EF02}"/>
              </a:ext>
            </a:extLst>
          </p:cNvPr>
          <p:cNvSpPr txBox="1"/>
          <p:nvPr/>
        </p:nvSpPr>
        <p:spPr>
          <a:xfrm>
            <a:off x="1951644" y="5507177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funct7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126D306-46DD-18FB-80A1-6346D00C5885}"/>
              </a:ext>
            </a:extLst>
          </p:cNvPr>
          <p:cNvCxnSpPr/>
          <p:nvPr/>
        </p:nvCxnSpPr>
        <p:spPr>
          <a:xfrm>
            <a:off x="1715517" y="5625513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7619A53-5593-55CA-7ECB-A72DC2C2AB4D}"/>
              </a:ext>
            </a:extLst>
          </p:cNvPr>
          <p:cNvCxnSpPr/>
          <p:nvPr/>
        </p:nvCxnSpPr>
        <p:spPr>
          <a:xfrm flipH="1">
            <a:off x="2754790" y="4454260"/>
            <a:ext cx="77899" cy="129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8F9A210-9B95-3371-FB33-95617722EA31}"/>
              </a:ext>
            </a:extLst>
          </p:cNvPr>
          <p:cNvSpPr txBox="1"/>
          <p:nvPr/>
        </p:nvSpPr>
        <p:spPr>
          <a:xfrm>
            <a:off x="2639349" y="433063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7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79F83E5-4EE5-7034-134B-A22F1EA7ED48}"/>
              </a:ext>
            </a:extLst>
          </p:cNvPr>
          <p:cNvSpPr/>
          <p:nvPr/>
        </p:nvSpPr>
        <p:spPr>
          <a:xfrm>
            <a:off x="3806753" y="3923507"/>
            <a:ext cx="865785" cy="4606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31A3BDE-0FB4-6B4D-C6C0-53B6E6178991}"/>
              </a:ext>
            </a:extLst>
          </p:cNvPr>
          <p:cNvSpPr txBox="1"/>
          <p:nvPr/>
        </p:nvSpPr>
        <p:spPr>
          <a:xfrm>
            <a:off x="3755993" y="3892504"/>
            <a:ext cx="986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Sign Extension</a:t>
            </a:r>
          </a:p>
          <a:p>
            <a:pPr algn="ctr"/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8F3F7A3-DBC8-6819-227D-49A14F7C2B32}"/>
              </a:ext>
            </a:extLst>
          </p:cNvPr>
          <p:cNvSpPr txBox="1"/>
          <p:nvPr/>
        </p:nvSpPr>
        <p:spPr>
          <a:xfrm>
            <a:off x="4311792" y="4099798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E5AF114-E674-2C84-7A79-4F931C99BC05}"/>
              </a:ext>
            </a:extLst>
          </p:cNvPr>
          <p:cNvCxnSpPr>
            <a:cxnSpLocks/>
          </p:cNvCxnSpPr>
          <p:nvPr/>
        </p:nvCxnSpPr>
        <p:spPr>
          <a:xfrm>
            <a:off x="2639349" y="4253940"/>
            <a:ext cx="11674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48BF948-61BF-AC37-8597-388094170D18}"/>
              </a:ext>
            </a:extLst>
          </p:cNvPr>
          <p:cNvSpPr/>
          <p:nvPr/>
        </p:nvSpPr>
        <p:spPr>
          <a:xfrm>
            <a:off x="8073953" y="3976514"/>
            <a:ext cx="865785" cy="10565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9719632-7E59-F7B2-AEF4-E4C30AA0AEF2}"/>
              </a:ext>
            </a:extLst>
          </p:cNvPr>
          <p:cNvSpPr txBox="1"/>
          <p:nvPr/>
        </p:nvSpPr>
        <p:spPr>
          <a:xfrm>
            <a:off x="8252423" y="3945511"/>
            <a:ext cx="5277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Offset</a:t>
            </a:r>
          </a:p>
          <a:p>
            <a:pPr algn="ctr"/>
            <a:endParaRPr lang="en-US" sz="10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432B689-7D1C-F807-6B45-D8272427DA3A}"/>
              </a:ext>
            </a:extLst>
          </p:cNvPr>
          <p:cNvSpPr txBox="1"/>
          <p:nvPr/>
        </p:nvSpPr>
        <p:spPr>
          <a:xfrm>
            <a:off x="8023507" y="4194029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31B5896-D57B-4667-02CD-6AAF11DEE5E2}"/>
              </a:ext>
            </a:extLst>
          </p:cNvPr>
          <p:cNvSpPr txBox="1"/>
          <p:nvPr/>
        </p:nvSpPr>
        <p:spPr>
          <a:xfrm>
            <a:off x="8037782" y="4384148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C6DDD09-EA41-1470-2429-DBE27164913F}"/>
              </a:ext>
            </a:extLst>
          </p:cNvPr>
          <p:cNvSpPr txBox="1"/>
          <p:nvPr/>
        </p:nvSpPr>
        <p:spPr>
          <a:xfrm>
            <a:off x="8224994" y="4611234"/>
            <a:ext cx="7136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Branch PC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0B969FF2-6DAD-23DC-28B8-ACF737E02DB2}"/>
              </a:ext>
            </a:extLst>
          </p:cNvPr>
          <p:cNvCxnSpPr>
            <a:cxnSpLocks/>
          </p:cNvCxnSpPr>
          <p:nvPr/>
        </p:nvCxnSpPr>
        <p:spPr>
          <a:xfrm>
            <a:off x="8937730" y="4726650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F030B5C6-68FA-2DA5-919A-5B353DA9C1A8}"/>
              </a:ext>
            </a:extLst>
          </p:cNvPr>
          <p:cNvCxnSpPr/>
          <p:nvPr/>
        </p:nvCxnSpPr>
        <p:spPr>
          <a:xfrm>
            <a:off x="7896145" y="4306947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9779A5A3-D9AC-4884-E09E-088355A5273D}"/>
              </a:ext>
            </a:extLst>
          </p:cNvPr>
          <p:cNvCxnSpPr/>
          <p:nvPr/>
        </p:nvCxnSpPr>
        <p:spPr>
          <a:xfrm>
            <a:off x="7896145" y="4507267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75FA3F6B-D94A-A494-28FD-7D4F921979A2}"/>
              </a:ext>
            </a:extLst>
          </p:cNvPr>
          <p:cNvSpPr txBox="1"/>
          <p:nvPr/>
        </p:nvSpPr>
        <p:spPr>
          <a:xfrm>
            <a:off x="8311407" y="4765177"/>
            <a:ext cx="6206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Jump PC</a:t>
            </a:r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4E8E377D-848A-C4CD-E531-28E5114DF352}"/>
              </a:ext>
            </a:extLst>
          </p:cNvPr>
          <p:cNvCxnSpPr>
            <a:cxnSpLocks/>
          </p:cNvCxnSpPr>
          <p:nvPr/>
        </p:nvCxnSpPr>
        <p:spPr>
          <a:xfrm>
            <a:off x="8937730" y="4895500"/>
            <a:ext cx="3794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691EF3B-B49C-E8C7-89F0-04E2CEA7B43B}"/>
              </a:ext>
            </a:extLst>
          </p:cNvPr>
          <p:cNvCxnSpPr>
            <a:cxnSpLocks/>
          </p:cNvCxnSpPr>
          <p:nvPr/>
        </p:nvCxnSpPr>
        <p:spPr>
          <a:xfrm>
            <a:off x="2639349" y="3251607"/>
            <a:ext cx="0" cy="10147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3BF5B236-4D8B-849D-0CDF-2CB1B5EE7284}"/>
              </a:ext>
            </a:extLst>
          </p:cNvPr>
          <p:cNvSpPr txBox="1"/>
          <p:nvPr/>
        </p:nvSpPr>
        <p:spPr>
          <a:xfrm>
            <a:off x="7559719" y="4194029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E9784F2-B3AB-C0FA-FDFE-48C83AB9B12E}"/>
              </a:ext>
            </a:extLst>
          </p:cNvPr>
          <p:cNvSpPr txBox="1"/>
          <p:nvPr/>
        </p:nvSpPr>
        <p:spPr>
          <a:xfrm>
            <a:off x="7553125" y="4380402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752E8FD-FCF1-9D02-67ED-6A11A8F587F0}"/>
              </a:ext>
            </a:extLst>
          </p:cNvPr>
          <p:cNvGrpSpPr/>
          <p:nvPr/>
        </p:nvGrpSpPr>
        <p:grpSpPr>
          <a:xfrm>
            <a:off x="6110717" y="2579087"/>
            <a:ext cx="292770" cy="637674"/>
            <a:chOff x="1074820" y="1507958"/>
            <a:chExt cx="292770" cy="637674"/>
          </a:xfrm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AE6683E5-928D-AB96-A3C8-DEC33C618891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CE4609D8-A94B-A3DB-2632-7D450EB3848B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07AFA4A0-2F6D-9E76-0439-2A01EEA85067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A4FC6B1-A44C-6281-D85D-C5C51598C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42B163E-9323-7661-DF34-CB6D477574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25C970A2-F2EE-D728-1CB9-78DB718BD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27F439A-417F-3E0B-45D2-E469787017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214633A4-1B5E-0733-F51C-E4102BBAD162}"/>
              </a:ext>
            </a:extLst>
          </p:cNvPr>
          <p:cNvCxnSpPr/>
          <p:nvPr/>
        </p:nvCxnSpPr>
        <p:spPr>
          <a:xfrm>
            <a:off x="5932909" y="311048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12A3FC5E-0887-17BA-3438-BBB91A074EC2}"/>
              </a:ext>
            </a:extLst>
          </p:cNvPr>
          <p:cNvCxnSpPr>
            <a:cxnSpLocks/>
          </p:cNvCxnSpPr>
          <p:nvPr/>
        </p:nvCxnSpPr>
        <p:spPr>
          <a:xfrm flipV="1">
            <a:off x="4258959" y="2685366"/>
            <a:ext cx="1851758" cy="16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CF1E05C7-0258-A1DB-5D4E-EA66C6CAA296}"/>
              </a:ext>
            </a:extLst>
          </p:cNvPr>
          <p:cNvGrpSpPr/>
          <p:nvPr/>
        </p:nvGrpSpPr>
        <p:grpSpPr>
          <a:xfrm>
            <a:off x="8385327" y="3269097"/>
            <a:ext cx="292770" cy="637674"/>
            <a:chOff x="1074820" y="1507958"/>
            <a:chExt cx="292770" cy="637674"/>
          </a:xfrm>
        </p:grpSpPr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9B1C3327-A611-2BA8-B007-9186CF3A0E42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874B16B-1236-9BD1-3E90-062756FAD0B0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C545D7D5-18F9-460B-16FB-45A5E5B3036A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18D96393-1B92-25C8-CCC7-A10F33059D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53456A5-2F22-6878-6368-381F766CB3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0460A47E-6551-87B8-D148-22BB0E7B22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5A016AB0-C9E3-96DB-019B-5F43AB8DD8B9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FD895F0D-4BF5-DC7B-F7F3-413542C80AFB}"/>
              </a:ext>
            </a:extLst>
          </p:cNvPr>
          <p:cNvCxnSpPr>
            <a:cxnSpLocks/>
          </p:cNvCxnSpPr>
          <p:nvPr/>
        </p:nvCxnSpPr>
        <p:spPr>
          <a:xfrm>
            <a:off x="8211392" y="3800492"/>
            <a:ext cx="173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8A322888-ED2A-D52F-5D81-55A9F50D831D}"/>
              </a:ext>
            </a:extLst>
          </p:cNvPr>
          <p:cNvCxnSpPr/>
          <p:nvPr/>
        </p:nvCxnSpPr>
        <p:spPr>
          <a:xfrm>
            <a:off x="8207519" y="337537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64A453BE-6D86-FC77-F0DF-48F06E318EFA}"/>
              </a:ext>
            </a:extLst>
          </p:cNvPr>
          <p:cNvGrpSpPr/>
          <p:nvPr/>
        </p:nvGrpSpPr>
        <p:grpSpPr>
          <a:xfrm>
            <a:off x="5687559" y="2837199"/>
            <a:ext cx="234557" cy="529824"/>
            <a:chOff x="6175096" y="3854324"/>
            <a:chExt cx="144932" cy="375881"/>
          </a:xfrm>
        </p:grpSpPr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674FCEC5-7FFF-CD2B-A09D-CBC92E12F25F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5B7B22C-663B-5298-D166-FAF560E4BB75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BADDFCE-8A0A-44E6-3F10-0D51A57F6C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948E2AC4-F542-64B0-39E2-25FBBBED0C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973E0397-2938-3E11-F4FA-2B7B6C3675A8}"/>
              </a:ext>
            </a:extLst>
          </p:cNvPr>
          <p:cNvCxnSpPr>
            <a:cxnSpLocks/>
          </p:cNvCxnSpPr>
          <p:nvPr/>
        </p:nvCxnSpPr>
        <p:spPr>
          <a:xfrm flipV="1">
            <a:off x="4850346" y="3244816"/>
            <a:ext cx="842333" cy="6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D782F3A7-BB22-97E7-61AB-4A4C01CDB198}"/>
              </a:ext>
            </a:extLst>
          </p:cNvPr>
          <p:cNvCxnSpPr/>
          <p:nvPr/>
        </p:nvCxnSpPr>
        <p:spPr>
          <a:xfrm>
            <a:off x="4855248" y="3251607"/>
            <a:ext cx="0" cy="97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320A29EB-ABD9-7A97-166B-5F32289CDE2A}"/>
              </a:ext>
            </a:extLst>
          </p:cNvPr>
          <p:cNvCxnSpPr/>
          <p:nvPr/>
        </p:nvCxnSpPr>
        <p:spPr>
          <a:xfrm flipH="1">
            <a:off x="4672538" y="4227176"/>
            <a:ext cx="1827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8F48198F-3BEE-7A5F-E755-825029E62CA9}"/>
              </a:ext>
            </a:extLst>
          </p:cNvPr>
          <p:cNvCxnSpPr/>
          <p:nvPr/>
        </p:nvCxnSpPr>
        <p:spPr>
          <a:xfrm flipV="1">
            <a:off x="5804838" y="3309402"/>
            <a:ext cx="0" cy="1730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6848B782-ACF8-E9A2-8354-F25270D6A5C1}"/>
              </a:ext>
            </a:extLst>
          </p:cNvPr>
          <p:cNvCxnSpPr/>
          <p:nvPr/>
        </p:nvCxnSpPr>
        <p:spPr>
          <a:xfrm flipV="1">
            <a:off x="6267546" y="3096047"/>
            <a:ext cx="0" cy="3329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Rectangle 229">
            <a:extLst>
              <a:ext uri="{FF2B5EF4-FFF2-40B4-BE49-F238E27FC236}">
                <a16:creationId xmlns:a16="http://schemas.microsoft.com/office/drawing/2014/main" id="{3AF2B9FF-2C7F-338A-78BA-57A97CD3837D}"/>
              </a:ext>
            </a:extLst>
          </p:cNvPr>
          <p:cNvSpPr/>
          <p:nvPr/>
        </p:nvSpPr>
        <p:spPr>
          <a:xfrm>
            <a:off x="8132652" y="1613063"/>
            <a:ext cx="865785" cy="821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79148410-A97A-F2FF-1C77-6873D577E23E}"/>
              </a:ext>
            </a:extLst>
          </p:cNvPr>
          <p:cNvSpPr txBox="1"/>
          <p:nvPr/>
        </p:nvSpPr>
        <p:spPr>
          <a:xfrm>
            <a:off x="8114167" y="1590798"/>
            <a:ext cx="9268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Data Memory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25E57BF1-21EE-8E4A-10F6-78E31B205327}"/>
              </a:ext>
            </a:extLst>
          </p:cNvPr>
          <p:cNvSpPr txBox="1"/>
          <p:nvPr/>
        </p:nvSpPr>
        <p:spPr>
          <a:xfrm>
            <a:off x="8073953" y="1812106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4F78C3D-D478-DE43-4F03-E7114516D4BA}"/>
              </a:ext>
            </a:extLst>
          </p:cNvPr>
          <p:cNvSpPr txBox="1"/>
          <p:nvPr/>
        </p:nvSpPr>
        <p:spPr>
          <a:xfrm>
            <a:off x="8445266" y="1701425"/>
            <a:ext cx="6254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data_out</a:t>
            </a:r>
            <a:endParaRPr lang="en-US" sz="900" dirty="0"/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973B1BAA-D410-B540-5205-2CE3EA9D646F}"/>
              </a:ext>
            </a:extLst>
          </p:cNvPr>
          <p:cNvCxnSpPr>
            <a:cxnSpLocks/>
          </p:cNvCxnSpPr>
          <p:nvPr/>
        </p:nvCxnSpPr>
        <p:spPr>
          <a:xfrm>
            <a:off x="4877429" y="1922832"/>
            <a:ext cx="32397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9B269FA4-5D6A-5E60-3C24-F06556105623}"/>
              </a:ext>
            </a:extLst>
          </p:cNvPr>
          <p:cNvSpPr txBox="1"/>
          <p:nvPr/>
        </p:nvSpPr>
        <p:spPr>
          <a:xfrm>
            <a:off x="8054399" y="2041766"/>
            <a:ext cx="4122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addr</a:t>
            </a:r>
            <a:endParaRPr lang="en-US" sz="900" dirty="0"/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32C8C4D0-BC6B-C139-3FF5-F9792E04E4A1}"/>
              </a:ext>
            </a:extLst>
          </p:cNvPr>
          <p:cNvCxnSpPr>
            <a:cxnSpLocks/>
          </p:cNvCxnSpPr>
          <p:nvPr/>
        </p:nvCxnSpPr>
        <p:spPr>
          <a:xfrm>
            <a:off x="6651741" y="2171619"/>
            <a:ext cx="147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91165BCE-D4C3-69AB-C161-0AAA710C6CB4}"/>
              </a:ext>
            </a:extLst>
          </p:cNvPr>
          <p:cNvCxnSpPr/>
          <p:nvPr/>
        </p:nvCxnSpPr>
        <p:spPr>
          <a:xfrm flipV="1">
            <a:off x="8373291" y="2434882"/>
            <a:ext cx="0" cy="167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44285445-3673-F463-34B1-B7F351676027}"/>
              </a:ext>
            </a:extLst>
          </p:cNvPr>
          <p:cNvCxnSpPr>
            <a:cxnSpLocks/>
          </p:cNvCxnSpPr>
          <p:nvPr/>
        </p:nvCxnSpPr>
        <p:spPr>
          <a:xfrm flipV="1">
            <a:off x="8716191" y="2434882"/>
            <a:ext cx="0" cy="3518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C53FABC7-DD90-8352-C66A-7DFA23EE2633}"/>
              </a:ext>
            </a:extLst>
          </p:cNvPr>
          <p:cNvGrpSpPr/>
          <p:nvPr/>
        </p:nvGrpSpPr>
        <p:grpSpPr>
          <a:xfrm>
            <a:off x="9307301" y="4163398"/>
            <a:ext cx="234557" cy="870633"/>
            <a:chOff x="6175096" y="3854324"/>
            <a:chExt cx="144932" cy="375881"/>
          </a:xfrm>
        </p:grpSpPr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D64F4C90-ABA8-4DDC-5808-F9A278B4E6FD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6FC64163-8C45-5848-AF36-721E2025DF54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3B09081B-A704-2107-897F-12A59ADE39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465FB0D5-90F0-B240-13F3-D73E3B74C1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3" name="TextBox 252">
            <a:extLst>
              <a:ext uri="{FF2B5EF4-FFF2-40B4-BE49-F238E27FC236}">
                <a16:creationId xmlns:a16="http://schemas.microsoft.com/office/drawing/2014/main" id="{36155029-AEDE-5375-DD7F-E67A49CF35AF}"/>
              </a:ext>
            </a:extLst>
          </p:cNvPr>
          <p:cNvSpPr txBox="1"/>
          <p:nvPr/>
        </p:nvSpPr>
        <p:spPr>
          <a:xfrm>
            <a:off x="1016808" y="4611234"/>
            <a:ext cx="4363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state</a:t>
            </a:r>
          </a:p>
        </p:txBody>
      </p: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3C457D5C-9212-E0FE-91EE-284C0BA5FE52}"/>
              </a:ext>
            </a:extLst>
          </p:cNvPr>
          <p:cNvCxnSpPr/>
          <p:nvPr/>
        </p:nvCxnSpPr>
        <p:spPr>
          <a:xfrm flipH="1">
            <a:off x="2286000" y="3251607"/>
            <a:ext cx="3533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921958C4-4752-F09F-ADEA-BCC0D47C8983}"/>
              </a:ext>
            </a:extLst>
          </p:cNvPr>
          <p:cNvSpPr txBox="1"/>
          <p:nvPr/>
        </p:nvSpPr>
        <p:spPr>
          <a:xfrm>
            <a:off x="3749453" y="4138524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instr</a:t>
            </a:r>
            <a:endParaRPr lang="en-US" sz="9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AE7D782-2F59-C6D9-A9D7-B38E1A913155}"/>
              </a:ext>
            </a:extLst>
          </p:cNvPr>
          <p:cNvSpPr txBox="1"/>
          <p:nvPr/>
        </p:nvSpPr>
        <p:spPr>
          <a:xfrm>
            <a:off x="8073953" y="2245179"/>
            <a:ext cx="7184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mem_read</a:t>
            </a:r>
            <a:endParaRPr lang="en-US" sz="9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78ECE18-76A6-8223-40C0-E1A4CF744BE9}"/>
              </a:ext>
            </a:extLst>
          </p:cNvPr>
          <p:cNvSpPr txBox="1"/>
          <p:nvPr/>
        </p:nvSpPr>
        <p:spPr>
          <a:xfrm>
            <a:off x="8302384" y="2119818"/>
            <a:ext cx="7409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mem_write</a:t>
            </a:r>
            <a:endParaRPr lang="en-US" sz="900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18102C07-F7E1-1AF1-477B-00B68F177F07}"/>
              </a:ext>
            </a:extLst>
          </p:cNvPr>
          <p:cNvSpPr txBox="1"/>
          <p:nvPr/>
        </p:nvSpPr>
        <p:spPr>
          <a:xfrm>
            <a:off x="7795398" y="3262227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00A05C49-A5A2-CC74-BAEB-00CF47323BC9}"/>
              </a:ext>
            </a:extLst>
          </p:cNvPr>
          <p:cNvSpPr txBox="1"/>
          <p:nvPr/>
        </p:nvSpPr>
        <p:spPr>
          <a:xfrm>
            <a:off x="7776328" y="3693360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B178740B-BE6B-31B0-B4FD-0ED1D3EABF36}"/>
              </a:ext>
            </a:extLst>
          </p:cNvPr>
          <p:cNvSpPr txBox="1"/>
          <p:nvPr/>
        </p:nvSpPr>
        <p:spPr>
          <a:xfrm>
            <a:off x="8430583" y="3473909"/>
            <a:ext cx="3305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“-”</a:t>
            </a:r>
          </a:p>
        </p:txBody>
      </p: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87860765-22E8-2DBF-0155-43937E1810EB}"/>
              </a:ext>
            </a:extLst>
          </p:cNvPr>
          <p:cNvCxnSpPr>
            <a:cxnSpLocks/>
          </p:cNvCxnSpPr>
          <p:nvPr/>
        </p:nvCxnSpPr>
        <p:spPr>
          <a:xfrm flipV="1">
            <a:off x="9204837" y="4520967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TextBox 269">
            <a:extLst>
              <a:ext uri="{FF2B5EF4-FFF2-40B4-BE49-F238E27FC236}">
                <a16:creationId xmlns:a16="http://schemas.microsoft.com/office/drawing/2014/main" id="{E335D321-53C8-872A-430E-7732E67F0A79}"/>
              </a:ext>
            </a:extLst>
          </p:cNvPr>
          <p:cNvSpPr txBox="1"/>
          <p:nvPr/>
        </p:nvSpPr>
        <p:spPr>
          <a:xfrm>
            <a:off x="8882744" y="4402632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E65CDBEF-0F4B-94ED-0527-0710DF016776}"/>
              </a:ext>
            </a:extLst>
          </p:cNvPr>
          <p:cNvCxnSpPr>
            <a:cxnSpLocks/>
          </p:cNvCxnSpPr>
          <p:nvPr/>
        </p:nvCxnSpPr>
        <p:spPr>
          <a:xfrm flipV="1">
            <a:off x="9215290" y="4321626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TextBox 272">
            <a:extLst>
              <a:ext uri="{FF2B5EF4-FFF2-40B4-BE49-F238E27FC236}">
                <a16:creationId xmlns:a16="http://schemas.microsoft.com/office/drawing/2014/main" id="{53C6712A-701A-7D00-06ED-4806B8BE36CF}"/>
              </a:ext>
            </a:extLst>
          </p:cNvPr>
          <p:cNvSpPr txBox="1"/>
          <p:nvPr/>
        </p:nvSpPr>
        <p:spPr>
          <a:xfrm>
            <a:off x="8952137" y="4215214"/>
            <a:ext cx="3321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PC</a:t>
            </a:r>
          </a:p>
        </p:txBody>
      </p: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FF5E826E-C5DA-266A-3DEA-9D97594449EE}"/>
              </a:ext>
            </a:extLst>
          </p:cNvPr>
          <p:cNvCxnSpPr/>
          <p:nvPr/>
        </p:nvCxnSpPr>
        <p:spPr>
          <a:xfrm>
            <a:off x="9506818" y="4099798"/>
            <a:ext cx="0" cy="2308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370ACF3C-5A72-31AC-3830-8B43C336935F}"/>
              </a:ext>
            </a:extLst>
          </p:cNvPr>
          <p:cNvCxnSpPr>
            <a:cxnSpLocks/>
          </p:cNvCxnSpPr>
          <p:nvPr/>
        </p:nvCxnSpPr>
        <p:spPr>
          <a:xfrm>
            <a:off x="9389588" y="3591169"/>
            <a:ext cx="0" cy="6502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BF12A351-142A-23D7-36BD-9308B9D720AA}"/>
              </a:ext>
            </a:extLst>
          </p:cNvPr>
          <p:cNvCxnSpPr>
            <a:cxnSpLocks/>
          </p:cNvCxnSpPr>
          <p:nvPr/>
        </p:nvCxnSpPr>
        <p:spPr>
          <a:xfrm>
            <a:off x="8690708" y="3591169"/>
            <a:ext cx="6955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B760AF97-E733-241D-903A-11456E3E2363}"/>
              </a:ext>
            </a:extLst>
          </p:cNvPr>
          <p:cNvCxnSpPr>
            <a:cxnSpLocks/>
          </p:cNvCxnSpPr>
          <p:nvPr/>
        </p:nvCxnSpPr>
        <p:spPr>
          <a:xfrm flipH="1">
            <a:off x="40920" y="6023113"/>
            <a:ext cx="96298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FBC20363-C806-EF5C-EF5B-FA8F14D0B2F9}"/>
              </a:ext>
            </a:extLst>
          </p:cNvPr>
          <p:cNvCxnSpPr/>
          <p:nvPr/>
        </p:nvCxnSpPr>
        <p:spPr>
          <a:xfrm flipV="1">
            <a:off x="49882" y="2726139"/>
            <a:ext cx="0" cy="32952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1876BEE7-FDFC-0D31-7B67-CAA4ECA61CC2}"/>
              </a:ext>
            </a:extLst>
          </p:cNvPr>
          <p:cNvCxnSpPr>
            <a:cxnSpLocks/>
          </p:cNvCxnSpPr>
          <p:nvPr/>
        </p:nvCxnSpPr>
        <p:spPr>
          <a:xfrm>
            <a:off x="9542834" y="4611234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F1B7D252-CFD6-2A20-A0B7-01CB66AF15B1}"/>
              </a:ext>
            </a:extLst>
          </p:cNvPr>
          <p:cNvCxnSpPr>
            <a:cxnSpLocks/>
          </p:cNvCxnSpPr>
          <p:nvPr/>
        </p:nvCxnSpPr>
        <p:spPr>
          <a:xfrm>
            <a:off x="9679021" y="4611234"/>
            <a:ext cx="0" cy="14101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A0F94C90-2CFA-6FB0-6CDA-6336E014070E}"/>
              </a:ext>
            </a:extLst>
          </p:cNvPr>
          <p:cNvCxnSpPr/>
          <p:nvPr/>
        </p:nvCxnSpPr>
        <p:spPr>
          <a:xfrm flipV="1">
            <a:off x="4886953" y="1919827"/>
            <a:ext cx="0" cy="10520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767B8A25-A48B-7850-EE9E-21374996DACF}"/>
              </a:ext>
            </a:extLst>
          </p:cNvPr>
          <p:cNvCxnSpPr>
            <a:cxnSpLocks/>
          </p:cNvCxnSpPr>
          <p:nvPr/>
        </p:nvCxnSpPr>
        <p:spPr>
          <a:xfrm>
            <a:off x="6392320" y="2899983"/>
            <a:ext cx="259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CFAE5DC6-8CF9-2673-71C9-AFA4E7997F1B}"/>
              </a:ext>
            </a:extLst>
          </p:cNvPr>
          <p:cNvCxnSpPr>
            <a:cxnSpLocks/>
          </p:cNvCxnSpPr>
          <p:nvPr/>
        </p:nvCxnSpPr>
        <p:spPr>
          <a:xfrm flipV="1">
            <a:off x="6651741" y="2162573"/>
            <a:ext cx="0" cy="809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2EC15423-B005-0183-7A9F-B576E62BCAAB}"/>
              </a:ext>
            </a:extLst>
          </p:cNvPr>
          <p:cNvCxnSpPr>
            <a:cxnSpLocks/>
          </p:cNvCxnSpPr>
          <p:nvPr/>
        </p:nvCxnSpPr>
        <p:spPr>
          <a:xfrm>
            <a:off x="6651741" y="2971893"/>
            <a:ext cx="40693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Arrow Connector 304">
            <a:extLst>
              <a:ext uri="{FF2B5EF4-FFF2-40B4-BE49-F238E27FC236}">
                <a16:creationId xmlns:a16="http://schemas.microsoft.com/office/drawing/2014/main" id="{217BFE6B-83C0-118F-3EA4-EE097B7E7653}"/>
              </a:ext>
            </a:extLst>
          </p:cNvPr>
          <p:cNvCxnSpPr>
            <a:cxnSpLocks/>
          </p:cNvCxnSpPr>
          <p:nvPr/>
        </p:nvCxnSpPr>
        <p:spPr>
          <a:xfrm>
            <a:off x="10346754" y="3130172"/>
            <a:ext cx="3794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3014E321-5714-0DA0-BD84-AEA9AAE788C3}"/>
              </a:ext>
            </a:extLst>
          </p:cNvPr>
          <p:cNvGrpSpPr/>
          <p:nvPr/>
        </p:nvGrpSpPr>
        <p:grpSpPr>
          <a:xfrm>
            <a:off x="10716325" y="2398070"/>
            <a:ext cx="234557" cy="870633"/>
            <a:chOff x="6175096" y="3854324"/>
            <a:chExt cx="144932" cy="375881"/>
          </a:xfrm>
        </p:grpSpPr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CC6483C4-28AE-F10B-774F-31BBB4098B87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C51292B0-B5C4-AACF-9093-36C8D152D461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E6CB2562-95CA-9D1A-979B-D7EFA56D84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F88B1EEE-37B0-409C-F5C6-42593C03E5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07D9C989-9107-8E5B-7046-08BC10C20273}"/>
              </a:ext>
            </a:extLst>
          </p:cNvPr>
          <p:cNvCxnSpPr>
            <a:cxnSpLocks/>
          </p:cNvCxnSpPr>
          <p:nvPr/>
        </p:nvCxnSpPr>
        <p:spPr>
          <a:xfrm>
            <a:off x="9195002" y="2744225"/>
            <a:ext cx="1519197" cy="11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12A8EFA3-E029-7A54-9279-672AB9B9FD22}"/>
              </a:ext>
            </a:extLst>
          </p:cNvPr>
          <p:cNvCxnSpPr>
            <a:cxnSpLocks/>
          </p:cNvCxnSpPr>
          <p:nvPr/>
        </p:nvCxnSpPr>
        <p:spPr>
          <a:xfrm flipV="1">
            <a:off x="10624314" y="2556298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>
            <a:extLst>
              <a:ext uri="{FF2B5EF4-FFF2-40B4-BE49-F238E27FC236}">
                <a16:creationId xmlns:a16="http://schemas.microsoft.com/office/drawing/2014/main" id="{94EC9EEB-C174-2FF6-451C-065B8E648DDA}"/>
              </a:ext>
            </a:extLst>
          </p:cNvPr>
          <p:cNvSpPr txBox="1"/>
          <p:nvPr/>
        </p:nvSpPr>
        <p:spPr>
          <a:xfrm>
            <a:off x="9917222" y="2437937"/>
            <a:ext cx="7777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/>
              <a:t>”10000000”</a:t>
            </a:r>
          </a:p>
        </p:txBody>
      </p:sp>
      <p:cxnSp>
        <p:nvCxnSpPr>
          <p:cNvPr id="315" name="Straight Arrow Connector 314">
            <a:extLst>
              <a:ext uri="{FF2B5EF4-FFF2-40B4-BE49-F238E27FC236}">
                <a16:creationId xmlns:a16="http://schemas.microsoft.com/office/drawing/2014/main" id="{CC2E6CF6-7F9B-DF2E-8401-A11C6FFE7D1D}"/>
              </a:ext>
            </a:extLst>
          </p:cNvPr>
          <p:cNvCxnSpPr>
            <a:cxnSpLocks/>
          </p:cNvCxnSpPr>
          <p:nvPr/>
        </p:nvCxnSpPr>
        <p:spPr>
          <a:xfrm flipV="1">
            <a:off x="10852467" y="3154000"/>
            <a:ext cx="0" cy="13650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C669DA14-8A4A-8AE5-A36A-3E399FDEE2B1}"/>
              </a:ext>
            </a:extLst>
          </p:cNvPr>
          <p:cNvCxnSpPr>
            <a:cxnSpLocks/>
          </p:cNvCxnSpPr>
          <p:nvPr/>
        </p:nvCxnSpPr>
        <p:spPr>
          <a:xfrm>
            <a:off x="10951858" y="2845906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F580A49F-8130-DF36-2C61-65CEF9F171E8}"/>
              </a:ext>
            </a:extLst>
          </p:cNvPr>
          <p:cNvCxnSpPr>
            <a:cxnSpLocks/>
          </p:cNvCxnSpPr>
          <p:nvPr/>
        </p:nvCxnSpPr>
        <p:spPr>
          <a:xfrm flipV="1">
            <a:off x="9202288" y="1796717"/>
            <a:ext cx="0" cy="9475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0237BD76-677C-61E9-5FF6-4634556047E6}"/>
              </a:ext>
            </a:extLst>
          </p:cNvPr>
          <p:cNvCxnSpPr>
            <a:cxnSpLocks/>
          </p:cNvCxnSpPr>
          <p:nvPr/>
        </p:nvCxnSpPr>
        <p:spPr>
          <a:xfrm flipH="1">
            <a:off x="9014468" y="1807626"/>
            <a:ext cx="1952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FB2ED79D-5D1E-998C-0587-601F1B3D6394}"/>
              </a:ext>
            </a:extLst>
          </p:cNvPr>
          <p:cNvCxnSpPr>
            <a:cxnSpLocks/>
          </p:cNvCxnSpPr>
          <p:nvPr/>
        </p:nvCxnSpPr>
        <p:spPr>
          <a:xfrm>
            <a:off x="11084668" y="1313234"/>
            <a:ext cx="0" cy="21692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A809ED9C-1989-3F7A-A27F-82708627EF06}"/>
              </a:ext>
            </a:extLst>
          </p:cNvPr>
          <p:cNvCxnSpPr/>
          <p:nvPr/>
        </p:nvCxnSpPr>
        <p:spPr>
          <a:xfrm flipH="1">
            <a:off x="10341685" y="3482439"/>
            <a:ext cx="7283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0DF5C10B-70F5-AFDE-6F85-1BA18738B121}"/>
              </a:ext>
            </a:extLst>
          </p:cNvPr>
          <p:cNvCxnSpPr/>
          <p:nvPr/>
        </p:nvCxnSpPr>
        <p:spPr>
          <a:xfrm flipV="1">
            <a:off x="10341685" y="3142034"/>
            <a:ext cx="0" cy="3404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10BF8DC2-0A04-BAF9-3B3C-69E04DB1B680}"/>
              </a:ext>
            </a:extLst>
          </p:cNvPr>
          <p:cNvCxnSpPr/>
          <p:nvPr/>
        </p:nvCxnSpPr>
        <p:spPr>
          <a:xfrm flipH="1">
            <a:off x="3047939" y="1316334"/>
            <a:ext cx="80253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46BF1B11-30E4-C250-7482-8150CD3EBE33}"/>
              </a:ext>
            </a:extLst>
          </p:cNvPr>
          <p:cNvCxnSpPr/>
          <p:nvPr/>
        </p:nvCxnSpPr>
        <p:spPr>
          <a:xfrm flipV="1">
            <a:off x="3072930" y="1316334"/>
            <a:ext cx="0" cy="18776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C76199D9-440A-9194-BCF0-9A2E6EDE070C}"/>
              </a:ext>
            </a:extLst>
          </p:cNvPr>
          <p:cNvCxnSpPr/>
          <p:nvPr/>
        </p:nvCxnSpPr>
        <p:spPr>
          <a:xfrm>
            <a:off x="2156808" y="190922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8D054836-2157-3BAC-A7D8-5291EF62197A}"/>
              </a:ext>
            </a:extLst>
          </p:cNvPr>
          <p:cNvSpPr txBox="1"/>
          <p:nvPr/>
        </p:nvSpPr>
        <p:spPr>
          <a:xfrm>
            <a:off x="6065686" y="2417449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FE6113-73D8-4C40-BD33-3B76433D1E1D}"/>
              </a:ext>
            </a:extLst>
          </p:cNvPr>
          <p:cNvSpPr txBox="1"/>
          <p:nvPr/>
        </p:nvSpPr>
        <p:spPr>
          <a:xfrm>
            <a:off x="10646510" y="4516095"/>
            <a:ext cx="4363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state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B1648E-DA3D-2E94-D56B-428A76B38B6F}"/>
              </a:ext>
            </a:extLst>
          </p:cNvPr>
          <p:cNvSpPr txBox="1"/>
          <p:nvPr/>
        </p:nvSpPr>
        <p:spPr>
          <a:xfrm>
            <a:off x="10251850" y="4681190"/>
            <a:ext cx="132323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load_addr</a:t>
            </a:r>
            <a:endParaRPr lang="en-US" sz="900" dirty="0"/>
          </a:p>
          <a:p>
            <a:pPr algn="ctr"/>
            <a:r>
              <a:rPr lang="en-US" sz="900" dirty="0" err="1"/>
              <a:t>mem_read</a:t>
            </a:r>
            <a:endParaRPr lang="en-US" sz="900" dirty="0"/>
          </a:p>
          <a:p>
            <a:pPr algn="ctr"/>
            <a:r>
              <a:rPr lang="en-US" sz="900" dirty="0" err="1"/>
              <a:t>reg_write</a:t>
            </a:r>
            <a:endParaRPr lang="en-US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2CD325-BB94-7C10-87C0-6236AC69A734}"/>
              </a:ext>
            </a:extLst>
          </p:cNvPr>
          <p:cNvSpPr txBox="1"/>
          <p:nvPr/>
        </p:nvSpPr>
        <p:spPr>
          <a:xfrm>
            <a:off x="11073075" y="2725346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wb_data</a:t>
            </a:r>
            <a:endParaRPr 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403B61-DA33-78B7-9D4E-AFFAE09846A7}"/>
              </a:ext>
            </a:extLst>
          </p:cNvPr>
          <p:cNvSpPr txBox="1"/>
          <p:nvPr/>
        </p:nvSpPr>
        <p:spPr>
          <a:xfrm>
            <a:off x="2514763" y="3018022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wb_data</a:t>
            </a:r>
            <a:endParaRPr 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A69742-815C-D190-8069-60B0F864357E}"/>
              </a:ext>
            </a:extLst>
          </p:cNvPr>
          <p:cNvSpPr txBox="1"/>
          <p:nvPr/>
        </p:nvSpPr>
        <p:spPr>
          <a:xfrm>
            <a:off x="2900728" y="3667477"/>
            <a:ext cx="10038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reg_write_chip</a:t>
            </a:r>
            <a:endParaRPr lang="en-US" sz="9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93CF6A-FC21-0D28-95F8-D66D0BDAFFF8}"/>
              </a:ext>
            </a:extLst>
          </p:cNvPr>
          <p:cNvSpPr txBox="1"/>
          <p:nvPr/>
        </p:nvSpPr>
        <p:spPr>
          <a:xfrm>
            <a:off x="6349987" y="1979138"/>
            <a:ext cx="16610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/>
              <a:t>data_memory_byte_not_word</a:t>
            </a:r>
            <a:endParaRPr lang="en-US" sz="9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96AF305-10A8-3491-5943-5F0A14D29FB3}"/>
              </a:ext>
            </a:extLst>
          </p:cNvPr>
          <p:cNvSpPr/>
          <p:nvPr/>
        </p:nvSpPr>
        <p:spPr>
          <a:xfrm>
            <a:off x="6483597" y="2283932"/>
            <a:ext cx="458402" cy="3186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÷4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F11691-03AF-1655-65B4-57B9DE162975}"/>
              </a:ext>
            </a:extLst>
          </p:cNvPr>
          <p:cNvSpPr txBox="1"/>
          <p:nvPr/>
        </p:nvSpPr>
        <p:spPr>
          <a:xfrm>
            <a:off x="6653890" y="2760349"/>
            <a:ext cx="6799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/>
              <a:t>alu_result</a:t>
            </a:r>
            <a:endParaRPr lang="en-US" sz="9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8644BD-CDE6-705D-BFBD-4A6EE1FBB85B}"/>
              </a:ext>
            </a:extLst>
          </p:cNvPr>
          <p:cNvSpPr txBox="1"/>
          <p:nvPr/>
        </p:nvSpPr>
        <p:spPr>
          <a:xfrm>
            <a:off x="9246609" y="2534041"/>
            <a:ext cx="7168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/>
              <a:t>mem_data</a:t>
            </a:r>
            <a:endParaRPr lang="en-US" sz="9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70CB1E-7868-6C1E-7ECE-61477D36594A}"/>
              </a:ext>
            </a:extLst>
          </p:cNvPr>
          <p:cNvSpPr txBox="1"/>
          <p:nvPr/>
        </p:nvSpPr>
        <p:spPr>
          <a:xfrm>
            <a:off x="7985049" y="2543665"/>
            <a:ext cx="7184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mem_read</a:t>
            </a:r>
            <a:endParaRPr lang="en-US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02633D-E917-2EF8-39F3-0C51CB635BA2}"/>
              </a:ext>
            </a:extLst>
          </p:cNvPr>
          <p:cNvSpPr txBox="1"/>
          <p:nvPr/>
        </p:nvSpPr>
        <p:spPr>
          <a:xfrm>
            <a:off x="8249321" y="2719414"/>
            <a:ext cx="10102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mem_write_chip</a:t>
            </a:r>
            <a:endParaRPr lang="en-US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23A3C6-DC46-60DE-AA79-7BC7345365C5}"/>
              </a:ext>
            </a:extLst>
          </p:cNvPr>
          <p:cNvSpPr txBox="1"/>
          <p:nvPr/>
        </p:nvSpPr>
        <p:spPr>
          <a:xfrm>
            <a:off x="2950024" y="4381214"/>
            <a:ext cx="2085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Reg_write</a:t>
            </a:r>
            <a:r>
              <a:rPr lang="en-US" sz="900" dirty="0"/>
              <a:t>, </a:t>
            </a:r>
            <a:r>
              <a:rPr lang="en-US" sz="900" dirty="0" err="1"/>
              <a:t>mem_read</a:t>
            </a:r>
            <a:r>
              <a:rPr lang="en-US" sz="900" dirty="0"/>
              <a:t>, </a:t>
            </a:r>
            <a:r>
              <a:rPr lang="en-US" sz="900" dirty="0" err="1"/>
              <a:t>mem_write</a:t>
            </a:r>
            <a:r>
              <a:rPr lang="en-US" sz="900" dirty="0"/>
              <a:t>, </a:t>
            </a:r>
            <a:r>
              <a:rPr lang="en-US" sz="900" dirty="0" err="1"/>
              <a:t>alu_src</a:t>
            </a:r>
            <a:r>
              <a:rPr lang="en-US" sz="900" dirty="0"/>
              <a:t>, branch, </a:t>
            </a:r>
            <a:r>
              <a:rPr lang="en-US" sz="900" dirty="0" err="1"/>
              <a:t>load_addr</a:t>
            </a:r>
            <a:r>
              <a:rPr lang="en-US" sz="900" dirty="0"/>
              <a:t>, jump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2869E4C-2B1D-095C-DE60-CE11B4C5595E}"/>
              </a:ext>
            </a:extLst>
          </p:cNvPr>
          <p:cNvSpPr txBox="1"/>
          <p:nvPr/>
        </p:nvSpPr>
        <p:spPr>
          <a:xfrm>
            <a:off x="3216795" y="5268523"/>
            <a:ext cx="5212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alu_op</a:t>
            </a:r>
            <a:endParaRPr lang="en-US" sz="9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93EB3DC-733B-081D-0C47-0BEE4B8C28EE}"/>
              </a:ext>
            </a:extLst>
          </p:cNvPr>
          <p:cNvSpPr/>
          <p:nvPr/>
        </p:nvSpPr>
        <p:spPr>
          <a:xfrm>
            <a:off x="578272" y="2819609"/>
            <a:ext cx="293862" cy="1947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÷4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894F305-A2CB-134D-8BE7-7C7AC106B25E}"/>
              </a:ext>
            </a:extLst>
          </p:cNvPr>
          <p:cNvCxnSpPr>
            <a:cxnSpLocks/>
          </p:cNvCxnSpPr>
          <p:nvPr/>
        </p:nvCxnSpPr>
        <p:spPr>
          <a:xfrm>
            <a:off x="878973" y="2914541"/>
            <a:ext cx="1190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1682F43-549C-7FE8-7DCC-6A8DC1E39769}"/>
              </a:ext>
            </a:extLst>
          </p:cNvPr>
          <p:cNvCxnSpPr>
            <a:cxnSpLocks/>
          </p:cNvCxnSpPr>
          <p:nvPr/>
        </p:nvCxnSpPr>
        <p:spPr>
          <a:xfrm flipH="1">
            <a:off x="459230" y="2434882"/>
            <a:ext cx="3319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5A0AF230-3963-1F87-2162-1EA502563A8C}"/>
              </a:ext>
            </a:extLst>
          </p:cNvPr>
          <p:cNvCxnSpPr>
            <a:cxnSpLocks/>
            <a:endCxn id="61" idx="0"/>
          </p:cNvCxnSpPr>
          <p:nvPr/>
        </p:nvCxnSpPr>
        <p:spPr>
          <a:xfrm>
            <a:off x="725203" y="2434882"/>
            <a:ext cx="0" cy="3847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E20EC053-880B-A909-EA31-B6D063EAE1F4}"/>
              </a:ext>
            </a:extLst>
          </p:cNvPr>
          <p:cNvSpPr txBox="1"/>
          <p:nvPr/>
        </p:nvSpPr>
        <p:spPr>
          <a:xfrm>
            <a:off x="2246897" y="2357587"/>
            <a:ext cx="113043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 err="1"/>
              <a:t>if_id_instr</a:t>
            </a:r>
            <a:r>
              <a:rPr lang="en-US" sz="700" dirty="0"/>
              <a:t>(19 </a:t>
            </a:r>
            <a:r>
              <a:rPr lang="en-US" sz="700" dirty="0" err="1"/>
              <a:t>downto</a:t>
            </a:r>
            <a:r>
              <a:rPr lang="en-US" sz="700" dirty="0"/>
              <a:t> 15)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B15CF0D-B2C7-E6B1-4FA6-CB9697F5A4CE}"/>
              </a:ext>
            </a:extLst>
          </p:cNvPr>
          <p:cNvSpPr txBox="1"/>
          <p:nvPr/>
        </p:nvSpPr>
        <p:spPr>
          <a:xfrm>
            <a:off x="2256728" y="2587626"/>
            <a:ext cx="113043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 err="1"/>
              <a:t>if_id_instr</a:t>
            </a:r>
            <a:r>
              <a:rPr lang="en-US" sz="700" dirty="0"/>
              <a:t>(24 </a:t>
            </a:r>
            <a:r>
              <a:rPr lang="en-US" sz="700" dirty="0" err="1"/>
              <a:t>downto</a:t>
            </a:r>
            <a:r>
              <a:rPr lang="en-US" sz="700" dirty="0"/>
              <a:t> 20)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8D46C79-63F7-2039-5CBE-20DA18F157E5}"/>
              </a:ext>
            </a:extLst>
          </p:cNvPr>
          <p:cNvSpPr txBox="1"/>
          <p:nvPr/>
        </p:nvSpPr>
        <p:spPr>
          <a:xfrm>
            <a:off x="2289518" y="2804940"/>
            <a:ext cx="108234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 err="1"/>
              <a:t>if_id_instr</a:t>
            </a:r>
            <a:r>
              <a:rPr lang="en-US" sz="700" dirty="0"/>
              <a:t>(11 </a:t>
            </a:r>
            <a:r>
              <a:rPr lang="en-US" sz="700" dirty="0" err="1"/>
              <a:t>downto</a:t>
            </a:r>
            <a:r>
              <a:rPr lang="en-US" sz="700" dirty="0"/>
              <a:t> 7)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2C621C4-41AF-EB37-FDDB-CC4715F69213}"/>
              </a:ext>
            </a:extLst>
          </p:cNvPr>
          <p:cNvSpPr txBox="1"/>
          <p:nvPr/>
        </p:nvSpPr>
        <p:spPr>
          <a:xfrm rot="16200000">
            <a:off x="1075307" y="4595823"/>
            <a:ext cx="10342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 err="1"/>
              <a:t>if_id_instr</a:t>
            </a:r>
            <a:r>
              <a:rPr lang="en-US" sz="700" dirty="0"/>
              <a:t>(6 </a:t>
            </a:r>
            <a:r>
              <a:rPr lang="en-US" sz="700" dirty="0" err="1"/>
              <a:t>downto</a:t>
            </a:r>
            <a:r>
              <a:rPr lang="en-US" sz="700" dirty="0"/>
              <a:t> 0)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47F78E8-2DC9-1F5E-67F0-6A53FEF93891}"/>
              </a:ext>
            </a:extLst>
          </p:cNvPr>
          <p:cNvSpPr txBox="1"/>
          <p:nvPr/>
        </p:nvSpPr>
        <p:spPr>
          <a:xfrm>
            <a:off x="6055360" y="3400264"/>
            <a:ext cx="5212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alu_op</a:t>
            </a:r>
            <a:endParaRPr lang="en-US" sz="9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759E5F0-0C95-A820-049E-0C36CE8EEB95}"/>
              </a:ext>
            </a:extLst>
          </p:cNvPr>
          <p:cNvSpPr txBox="1"/>
          <p:nvPr/>
        </p:nvSpPr>
        <p:spPr>
          <a:xfrm>
            <a:off x="5530564" y="3429000"/>
            <a:ext cx="5485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alu_src</a:t>
            </a:r>
            <a:endParaRPr lang="en-US" sz="9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275FD5D-02F0-AEAF-D9FA-962888062F96}"/>
              </a:ext>
            </a:extLst>
          </p:cNvPr>
          <p:cNvSpPr txBox="1"/>
          <p:nvPr/>
        </p:nvSpPr>
        <p:spPr>
          <a:xfrm>
            <a:off x="8687894" y="3384831"/>
            <a:ext cx="6799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/>
              <a:t>alu_result</a:t>
            </a:r>
            <a:endParaRPr lang="en-US" sz="9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9F1DE03-B5E4-9ADD-19B2-43795E457CBD}"/>
              </a:ext>
            </a:extLst>
          </p:cNvPr>
          <p:cNvSpPr txBox="1"/>
          <p:nvPr/>
        </p:nvSpPr>
        <p:spPr>
          <a:xfrm>
            <a:off x="9275995" y="3617792"/>
            <a:ext cx="67497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branch, jump, state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2472169-6862-3636-DB88-865A4D08F4EA}"/>
              </a:ext>
            </a:extLst>
          </p:cNvPr>
          <p:cNvSpPr txBox="1"/>
          <p:nvPr/>
        </p:nvSpPr>
        <p:spPr>
          <a:xfrm>
            <a:off x="4635120" y="5744237"/>
            <a:ext cx="5757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next_pc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01170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245</Words>
  <Application>Microsoft Office PowerPoint</Application>
  <PresentationFormat>Widescreen</PresentationFormat>
  <Paragraphs>92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York, George W CIV USAF USAFA DF/DFEC</dc:creator>
  <cp:lastModifiedBy>Nunn, Payton B C1C USAF USAFA CW/CS18</cp:lastModifiedBy>
  <cp:revision>6</cp:revision>
  <cp:lastPrinted>2025-06-30T18:02:45Z</cp:lastPrinted>
  <dcterms:created xsi:type="dcterms:W3CDTF">2025-06-30T15:01:42Z</dcterms:created>
  <dcterms:modified xsi:type="dcterms:W3CDTF">2026-03-09T03:11:49Z</dcterms:modified>
</cp:coreProperties>
</file>